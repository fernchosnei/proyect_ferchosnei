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8" r:id="rId2"/>
    <p:sldId id="503" r:id="rId3"/>
    <p:sldId id="499" r:id="rId4"/>
    <p:sldId id="504" r:id="rId5"/>
    <p:sldId id="502" r:id="rId6"/>
    <p:sldId id="501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05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54" d="100"/>
          <a:sy n="54" d="100"/>
        </p:scale>
        <p:origin x="106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995422" y="2551837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Nombre</a:t>
            </a:r>
          </a:p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Del Proyecto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BDEB08-DE5A-B0C2-B0FE-954002411545}"/>
              </a:ext>
            </a:extLst>
          </p:cNvPr>
          <p:cNvSpPr txBox="1">
            <a:spLocks/>
          </p:cNvSpPr>
          <p:nvPr/>
        </p:nvSpPr>
        <p:spPr>
          <a:xfrm>
            <a:off x="6498769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C65CF2-4CAC-4B81-D093-E60894228000}"/>
              </a:ext>
            </a:extLst>
          </p:cNvPr>
          <p:cNvSpPr txBox="1">
            <a:spLocks/>
          </p:cNvSpPr>
          <p:nvPr/>
        </p:nvSpPr>
        <p:spPr>
          <a:xfrm>
            <a:off x="8500314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3252112" y="675443"/>
            <a:ext cx="56877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Nombre</a:t>
            </a:r>
          </a:p>
          <a:p>
            <a:pPr algn="ctr"/>
            <a:r>
              <a:rPr lang="es-CO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Del Proyecto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Primer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25 de marzo de 2023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97DC05-4A6B-3E0B-D2C7-E6FB8FE7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2685327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82520" y="2393549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145896" y="3275635"/>
            <a:ext cx="3854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Work Sans Light" pitchFamily="2" charset="77"/>
              </a:rPr>
              <a:t>Breve párrafo Introductorio sobre el contexto: sector, organización, producto, servicio, etc.</a:t>
            </a:r>
          </a:p>
          <a:p>
            <a:endParaRPr lang="es-ES" sz="1600" dirty="0">
              <a:latin typeface="Work Sans Light" pitchFamily="2" charset="77"/>
            </a:endParaRPr>
          </a:p>
          <a:p>
            <a:r>
              <a:rPr lang="es-ES" sz="1600" dirty="0">
                <a:latin typeface="Work Sans Light" pitchFamily="2" charset="77"/>
              </a:rPr>
              <a:t>Descripción de la Presentación, es decir, problema, Objetivos, Justificación, alcance y delimitación.</a:t>
            </a:r>
            <a:endParaRPr lang="es-CO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Nombre del Proyecto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D24723-360A-B357-B421-17CF33D4C0B4}"/>
              </a:ext>
            </a:extLst>
          </p:cNvPr>
          <p:cNvSpPr txBox="1">
            <a:spLocks/>
          </p:cNvSpPr>
          <p:nvPr/>
        </p:nvSpPr>
        <p:spPr>
          <a:xfrm>
            <a:off x="1263775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D37F32-D413-C0B0-1883-F0E6FE54B3BB}"/>
              </a:ext>
            </a:extLst>
          </p:cNvPr>
          <p:cNvSpPr txBox="1">
            <a:spLocks/>
          </p:cNvSpPr>
          <p:nvPr/>
        </p:nvSpPr>
        <p:spPr>
          <a:xfrm>
            <a:off x="3265320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Work Sans Light" pitchFamily="2" charset="77"/>
              </a:rPr>
              <a:t>Problema</a:t>
            </a:r>
          </a:p>
          <a:p>
            <a:r>
              <a:rPr lang="es-CO" sz="3200" b="1" dirty="0">
                <a:latin typeface="Work Sans Light" pitchFamily="2" charset="77"/>
              </a:rPr>
              <a:t>Objetivos</a:t>
            </a:r>
          </a:p>
          <a:p>
            <a:r>
              <a:rPr lang="es-CO" sz="3200" b="1" dirty="0">
                <a:latin typeface="Work Sans Light" pitchFamily="2" charset="77"/>
              </a:rPr>
              <a:t>Justificación</a:t>
            </a:r>
          </a:p>
          <a:p>
            <a:r>
              <a:rPr lang="es-CO" sz="3200" b="1" dirty="0">
                <a:latin typeface="Work Sans Light" pitchFamily="2" charset="77"/>
              </a:rPr>
              <a:t>Alcance</a:t>
            </a:r>
          </a:p>
          <a:p>
            <a:r>
              <a:rPr lang="es-CO" sz="3200" b="1" dirty="0">
                <a:latin typeface="Work Sans Light" pitchFamily="2" charset="77"/>
              </a:rPr>
              <a:t>Delimitación</a:t>
            </a:r>
          </a:p>
          <a:p>
            <a:r>
              <a:rPr lang="es-CO" sz="3200" b="1" dirty="0">
                <a:latin typeface="Work Sans Light" pitchFamily="2" charset="77"/>
              </a:rPr>
              <a:t>Entregables Trimestre</a:t>
            </a:r>
          </a:p>
        </p:txBody>
      </p:sp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Empresa, es decir, nombre, ubicación, a qué se dedica,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Los Procesos en los que se va a intervenir : Proceso1, Proceso2, Proceso3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análisis de la información: Utilización de las Técnicas e Instrumentos de recolección de datos: Revisión Documental (Análisis de datos). Entrevista (Entrevista). Encuesta (Cuestionario). Observación Directa (Diario de Campo). A quiénes: Cargo-Funciones.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Las necesidades encontradas: Proceso1 (Descripción del proceso y necesidades encontradas). Proceso2 (Descripción del proceso y necesidades encontradas). Proceso3 (Descripción del proceso y necesidades encontradas).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150040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Desarrollar un Sistema de Información Web [Nombre del Sistema] para el [seguimiento, apoyo, etc.] a los [procesos] de la Empresa [Nombre de la Empresa].</a:t>
            </a:r>
            <a:endParaRPr lang="es-CO" sz="1600" dirty="0">
              <a:latin typeface="Work Sans Light" pitchFamily="2" charset="77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los Usuarios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[ModProceso1]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[ModProceso2]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[ModProceso3]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los reportes gráficos e impresos de la Empresa [Nombre de la Empresa].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solución: Se propone el desarrollo de un Sistema de Información Web denominado [Nombre del Sistema] que sirva como herramienta software de apoyo al seguimiento del/los [Nombre Proceso(s)] de la Empresa [Nombre Empresa].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importancia del Sistema: Permitirá la gestión de los [nombre Perfiles] como usuarios de la Empresa [Nombre Empresa] [más Información]. En [ModProceso1] los [Perfiles Usuario] podrán [acciones del Sistema (beneficios comparados con las necesidades encontradas)]. En [ModProceso2] los [Perfiles Usuario] podrán [acciones del Sistema (beneficios comparados con las necesidades encontradas)]. Finalmente, facilitará la gestión de reportes gráficos e impresos, necesarios para la toma de decisiones del personal administrativo de la Empresa [Nombre Empresa].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aporte al Sector: El Sistema [Nombre Empresa] servirá como aporte al sector [Sector], como [importancia para el Sector].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b="1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3515593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Qué hace el Sistema: Operaciones que los perfiles pueden hacer (ModProceso1, ModProceso2, ModProceso3)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Qué NO hace el Sistema: Operaciones que NO va hacer el Sistema (ModProceso4, ModProceso5).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Tecnologías: Descripción de tecnologías del proyecto (Arquitectura de software, patrones de diseño, Back-</a:t>
            </a:r>
            <a:r>
              <a:rPr lang="es-MX" sz="1600" dirty="0" err="1">
                <a:latin typeface="Work Sans Light" pitchFamily="2" charset="77"/>
              </a:rPr>
              <a:t>End</a:t>
            </a:r>
            <a:r>
              <a:rPr lang="es-MX" sz="1600" dirty="0">
                <a:latin typeface="Work Sans Light" pitchFamily="2" charset="77"/>
              </a:rPr>
              <a:t>, </a:t>
            </a:r>
            <a:r>
              <a:rPr lang="es-MX" sz="1600" dirty="0" err="1">
                <a:latin typeface="Work Sans Light" pitchFamily="2" charset="77"/>
              </a:rPr>
              <a:t>Frond-End</a:t>
            </a:r>
            <a:r>
              <a:rPr lang="es-MX" sz="1600" dirty="0">
                <a:latin typeface="Work Sans Light" pitchFamily="2" charset="77"/>
              </a:rPr>
              <a:t>, librerías, </a:t>
            </a:r>
            <a:r>
              <a:rPr lang="es-MX" sz="1600" dirty="0" err="1">
                <a:latin typeface="Work Sans Light" pitchFamily="2" charset="77"/>
              </a:rPr>
              <a:t>frameworks</a:t>
            </a:r>
            <a:r>
              <a:rPr lang="es-MX" sz="1600" dirty="0">
                <a:latin typeface="Work Sans Light" pitchFamily="2" charset="77"/>
              </a:rPr>
              <a:t>, entre otros)</a:t>
            </a:r>
          </a:p>
          <a:p>
            <a:endParaRPr lang="es-MX" sz="1600" b="1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cronograma: Hasta dónde va el proyecto en términos de Tiempo, actividades, evidencias, responsables, entre otros (Revisar concepto de Modelo Gantt)</a:t>
            </a:r>
          </a:p>
          <a:p>
            <a:endParaRPr lang="es-MX" sz="1600" dirty="0">
              <a:latin typeface="Work Sans Light" pitchFamily="2" charset="77"/>
            </a:endParaRPr>
          </a:p>
          <a:p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  <a:p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2608311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</a:t>
            </a:r>
            <a:r>
              <a:rPr lang="es-MX" sz="1400">
                <a:latin typeface="Work Sans Light" pitchFamily="2" charset="77"/>
              </a:rPr>
              <a:t>Web – Servidor </a:t>
            </a:r>
            <a:r>
              <a:rPr lang="es-MX" sz="1400" dirty="0">
                <a:latin typeface="Work Sans Light" pitchFamily="2" charset="77"/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3524</TotalTime>
  <Words>934</Words>
  <Application>Microsoft Office PowerPoint</Application>
  <PresentationFormat>Panorámica</PresentationFormat>
  <Paragraphs>132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Presentación de PowerPoint</vt:lpstr>
      <vt:lpstr>Justificación</vt:lpstr>
      <vt:lpstr>Presentación de PowerPoint</vt:lpstr>
      <vt:lpstr>Alcance</vt:lpstr>
      <vt:lpstr>Presentación de PowerPoint</vt:lpstr>
      <vt:lpstr>Delimitación</vt:lpstr>
      <vt:lpstr>Presentación de PowerPoint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Fernando Castro</cp:lastModifiedBy>
  <cp:revision>73</cp:revision>
  <dcterms:created xsi:type="dcterms:W3CDTF">2020-10-01T23:51:28Z</dcterms:created>
  <dcterms:modified xsi:type="dcterms:W3CDTF">2026-10-19T00:34:31Z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